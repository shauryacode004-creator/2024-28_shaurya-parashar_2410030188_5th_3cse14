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  •  CYBER SECURITY TRACK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7452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Security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Report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one-month, task-based internship covering classical cryptography,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9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image-level data encryption, password security auditing, and keystroke monitoring.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31750">
            <a:solidFill>
              <a:srgbClr val="4C6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92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Shaurya Parashar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— Cyber Security  |  1 – 31 August 2026  |  Certificate ID: PIT/AUG26/01162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Prodigy InfoTech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F5F7F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InfoTech offers structured, virtual, task-based internships across Web Development, Android, Machine Learning, Data Science, and Cyber Security.</a:t>
            </a:r>
            <a:endParaRPr lang="en-US" sz="14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under the Ministry of Micro, Small and Medium Enterprises (MSME), Government of India.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 Security track focuses on cryptography, data protection, authentication, and security-tool awareness through independent Python projects.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92240" y="1737360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0" y="1847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1214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Security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92240" y="2816352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 (Aug 2026)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92240" y="3895344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427939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Self-paced, task-based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92240" y="4974336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66560" y="50840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53583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MSME-registered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Prodigy InfoTech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Tools Used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5760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classical encryption via the Caesar Cipher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file-level protection with image encryption/decryption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rule-based password strength checker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keystroke monitoring and its security implications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Python programming for security applications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0" y="1691640"/>
            <a:ext cx="466344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78040" y="1920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37744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(GUI)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module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PPM / P3 image format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Prodigy InfoTech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Caesar Cipher Encryption Tool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substitution cipher that shifts each letter by a fixed key, wrapping around the alphabet using modular arithmetic. The same function performs both encryption (+shift) and decryption (–shift).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5394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alphabetic characters by 'shift' positions mod 26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Non-alphabetic characters pass through unchanged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reversible function handles encrypt &amp; decrypt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B1E2E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719072"/>
            <a:ext cx="475488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caesar(text, shift):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""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char in text: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char.isalpha():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+= chr((ord(char)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- ord('a') + shift) % 26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+ ord('a'))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 += char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encrypted = caesar(msg.lower(), shift)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decrypted = caesar(encrypted, -shift)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Encrypted: khoor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Decrypted: hello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Prodigy InfoTech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Encryption &amp; Decryption Tool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Encrypts raw pixel data of a PPM (P3) image using an additive key, protecting media files rather than plain 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7F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06040"/>
            <a:ext cx="548640" cy="54864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PPM Header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490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format, width, height, max colour value and the flat pixel list from the .ppm file.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33172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606040"/>
            <a:ext cx="548640" cy="54864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Pixels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7490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encrypt: (pixel + key) % 256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decrypt: (pixel - key) % 256 — inverse operations restore the exact original image.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5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2606040"/>
            <a:ext cx="548640" cy="54864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91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Output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74904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Re-assemble header + transformed pixels into a new, valid P3 image file.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Prodigy InfoTech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Tool —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B1E2E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19072"/>
            <a:ext cx="4937760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encrypt(input_file, output_file, key):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open(input_file, "r") as f: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f.read().split()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width, height = int(data[1]), int(data[2])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max_value = int(data[3])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pixels = list(map(int, data[4:]))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range(len(pixels)):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pixels[i] = (pixels[i] + key) % 256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open(output_file, "w") as f: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f.write("P3\n")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f.write(f"{width} {height}\n")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f.write(f"{max_value}\n")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p in pixels: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f.write(str(p) + " ")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1B1E2E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719072"/>
            <a:ext cx="475488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choice = input("E/D: ").upper()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input_file = input("Input image: ")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output_file = input("Output image: ")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int(input("Key: "))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choice == "E":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encrypt(input_file, output_file, key)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choice == "D":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decrypt(input_file, output_file, key)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406908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4526280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E for Encrypt or D for Decrypt: 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input image: encrypted.png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output image: decrypted.png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key: 50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decrypted!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Prodigy InfoTech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Strength Checker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scoring-based tool that checks a password against five common security criteria and returns a Strong / Medium / Weak verdict.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CRITERIA (+1 EACH)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≥ 8 characters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an uppercase letter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 lowercase letter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 digit</a:t>
            </a:r>
            <a:endParaRPr lang="en-US" sz="13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 special character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5F7FD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2011680"/>
            <a:ext cx="292608" cy="29260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86600" y="17190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212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999232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5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3456432"/>
            <a:ext cx="292608" cy="29260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86600" y="316382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3–4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4443984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5F7FD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4901184"/>
            <a:ext cx="292608" cy="29260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46085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51023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Prodigy InfoTech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Keylogger (Educational)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tkinter GUI application that captures and timestamps keystrokes while its own window is focused — built to understand keylogging mechanics and their security risks, not to capture system-wide input.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6126480" cy="3383280"/>
          </a:xfrm>
          <a:prstGeom prst="roundRect">
            <a:avLst>
              <a:gd name="adj" fmla="val 2162"/>
            </a:avLst>
          </a:prstGeom>
          <a:solidFill>
            <a:srgbClr val="1B1E2E"/>
          </a:solidFill>
          <a:ln w="12700">
            <a:solidFill>
              <a:srgbClr val="2E33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633472"/>
            <a:ext cx="56692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window.bind("&lt;KeyPress&gt;", key_pressed)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key_pressed(event):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= event.keysym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text_box.insert(tk.END, key + " ")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open("key_log.txt", "a") as file: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 = datetime.now().strftime(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"%H:%M:%S")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C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file.write(f"{time} - {key}\n")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95160" y="2468880"/>
            <a:ext cx="4526280" cy="3383280"/>
          </a:xfrm>
          <a:prstGeom prst="roundRect">
            <a:avLst>
              <a:gd name="adj" fmla="val 2703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269480" y="2697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C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NOTE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3108960"/>
            <a:ext cx="39776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only listens while its own window is in focus (window.bind), unlike malicious keyloggers that hook system-wide keyboard input.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Unauthorized, system-wide keystroke capture is illegal and a serious privacy violation — this project was strictly for educational understanding.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Prodigy InfoTech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93392"/>
            <a:ext cx="457200" cy="45720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Cryptography Basics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substitution ciphers &amp; modular arithmetic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1993392"/>
            <a:ext cx="457200" cy="45720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Encrypting binary/media data, not just plain text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1993392"/>
            <a:ext cx="457200" cy="45720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Auditing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971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evaluation, as in password strength scoring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4187952"/>
            <a:ext cx="457200" cy="45720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&amp; Event Handling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event binding for real-time monitoring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645152" y="4187952"/>
            <a:ext cx="457200" cy="45720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Proficiency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I/O, functions, and CLI/GUI application design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7FD"/>
          </a:solidFill>
          <a:ln/>
        </p:spPr>
      </p:sp>
      <p:sp>
        <p:nvSpPr>
          <p:cNvPr id="30" name="Shape 28"/>
          <p:cNvSpPr/>
          <p:nvPr/>
        </p:nvSpPr>
        <p:spPr>
          <a:xfrm>
            <a:off x="8394192" y="4187952"/>
            <a:ext cx="457200" cy="45720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Ethics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166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between educational tools and malicious ones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Prodigy InfoTech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3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one-month Cyber Security internship at Prodigy InfoTech gave hands-on exposure to core security concepts — from classical cryptography to media encryption, password auditing, and system-level input monitoring. Every task was implemented, tested, and verified independently, reinforcing both theory and practical Python skills.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794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strengthened my foundation in cyber security and motivated further exploration of symmetric/asymmetric cryptography, network security, and ethical hacking.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052560" y="201168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2811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281160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PIT/AUG26/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01162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28116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281160" y="35478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Sept 2026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4069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281160" y="43251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•  Prodigy InfoTech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Shaurya Parashar  |  Cyber Security Intern  |  Prodigy InfoTech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contact@prodigyinfotech.dev   •   www.prodigyinfotech.dev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2026-09-01T05:01:43Z</dcterms:created>
  <dcterms:modified xsi:type="dcterms:W3CDTF">2026-09-01T05:01:43Z</dcterms:modified>
</cp:coreProperties>
</file>